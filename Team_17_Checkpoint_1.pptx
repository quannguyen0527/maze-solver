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78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C4D596-65D4-4DCF-A23B-A956EB26091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83FD79-C6ED-45F0-9195-5C16B8598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94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83FD79-C6ED-45F0-9195-5C16B8598BD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709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Checkpoint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Team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 1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Load 64x64 Maze Environment</a:t>
            </a:r>
          </a:p>
          <a:p>
            <a:pPr marL="0" indent="0">
              <a:buNone/>
            </a:pPr>
            <a:r>
              <a:rPr dirty="0"/>
              <a:t>• Verify Agent-Environment Interaction</a:t>
            </a:r>
          </a:p>
          <a:p>
            <a:pPr marL="0" indent="0">
              <a:buNone/>
            </a:pPr>
            <a:r>
              <a:rPr dirty="0"/>
              <a:t>• Implement Naïve Navigation Strategy</a:t>
            </a:r>
          </a:p>
          <a:p>
            <a:pPr marL="0" indent="0">
              <a:buNone/>
            </a:pPr>
            <a:r>
              <a:rPr dirty="0"/>
              <a:t>• Demonstrate Basic Goal Reach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Successfully initialized MazeEnvironment</a:t>
            </a:r>
          </a:p>
          <a:p>
            <a:r>
              <a:t>• Reset returns correct start position</a:t>
            </a:r>
          </a:p>
          <a:p>
            <a:r>
              <a:t>• step() returns valid TurnResult</a:t>
            </a:r>
          </a:p>
          <a:p>
            <a:r>
              <a:t>• Goal detection and death handling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Naïve Agent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Greedy Movement Order:</a:t>
            </a:r>
          </a:p>
          <a:p>
            <a:endParaRPr/>
          </a:p>
          <a:p>
            <a:r>
              <a:t>1. MOVE_RIGHT</a:t>
            </a:r>
          </a:p>
          <a:p>
            <a:r>
              <a:t>2. MOVE_DOWN</a:t>
            </a:r>
          </a:p>
          <a:p>
            <a:r>
              <a:t>3. MOVE_LEFT</a:t>
            </a:r>
          </a:p>
          <a:p>
            <a:r>
              <a:t>4. MOVE_UP</a:t>
            </a:r>
          </a:p>
          <a:p>
            <a:endParaRPr/>
          </a:p>
          <a:p>
            <a:r>
              <a:t>No hazard memory or map building yet.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Agent moves correctly within maze</a:t>
            </a:r>
          </a:p>
          <a:p>
            <a:pPr marL="0" indent="0">
              <a:buNone/>
            </a:pPr>
            <a:r>
              <a:rPr dirty="0"/>
              <a:t>• Detects walls using </a:t>
            </a:r>
            <a:r>
              <a:rPr dirty="0" err="1"/>
              <a:t>wall_hits</a:t>
            </a:r>
            <a:endParaRPr dirty="0"/>
          </a:p>
          <a:p>
            <a:pPr marL="0" indent="0">
              <a:buNone/>
            </a:pPr>
            <a:r>
              <a:rPr dirty="0"/>
              <a:t>• Respawns after death</a:t>
            </a:r>
          </a:p>
          <a:p>
            <a:pPr marL="0" indent="0">
              <a:buNone/>
            </a:pPr>
            <a:r>
              <a:rPr dirty="0"/>
              <a:t>• Occasionally reaches goal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A52E78C-FF74-98D5-6D21-8ADF6188F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450" y="0"/>
            <a:ext cx="49915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782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787CE-DE37-09BB-DA7B-8BA2E05F3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3FADF-ED2D-B450-9802-46D98386A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E6462B-58B1-BCD0-F2AB-CDFC3F013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166565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015411-F81A-91A9-8C91-A55468A1E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528" y="0"/>
            <a:ext cx="45676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346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111</Words>
  <Application>Microsoft Office PowerPoint</Application>
  <PresentationFormat>On-screen Show (4:3)</PresentationFormat>
  <Paragraphs>27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Checkpoint 1</vt:lpstr>
      <vt:lpstr>Checkpoint 1 Objectives</vt:lpstr>
      <vt:lpstr>Environment Integration</vt:lpstr>
      <vt:lpstr>Naïve Agent Strategy</vt:lpstr>
      <vt:lpstr>Current Results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Nguyen Quan</dc:creator>
  <cp:keywords/>
  <dc:description>generated using python-pptx</dc:description>
  <cp:lastModifiedBy>Nguyen Quan</cp:lastModifiedBy>
  <cp:revision>5</cp:revision>
  <dcterms:created xsi:type="dcterms:W3CDTF">2013-01-27T09:14:16Z</dcterms:created>
  <dcterms:modified xsi:type="dcterms:W3CDTF">2026-02-23T21:01:05Z</dcterms:modified>
  <cp:category/>
</cp:coreProperties>
</file>